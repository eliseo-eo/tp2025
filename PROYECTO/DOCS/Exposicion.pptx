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19EF45-BE09-49A8-BDF3-8904FECF87D7}" type="slidenum"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21A6A-F63C-4CCA-B150-D0A092DFC209}" type="slidenum">
              <a:rPr b="0" lang="es-E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s-E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s-E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s-E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s-E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s-E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7575E-BB17-4834-92DF-46A4C29EED79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</a:t>
            </a: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modificar el </a:t>
            </a: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estilo de texto </a:t>
            </a: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</a:t>
            </a: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</a:t>
            </a: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827D93-DF0A-49C5-8BC3-BC8428F19437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5CDBA-19DE-4AAB-BE32-50106406675F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6AFCA9-9F9F-44C1-BD96-346237555F1B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C69C08-EA14-4120-BF53-02802B0C5EF2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461E6E-FB9D-4BCD-B5E4-FADB21CF0C81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33CBC-1352-42B5-9D94-71AB959BDB8D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21C14F-9272-4C71-BEEB-EF2203D7F841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BC4328-57EC-49F1-9BBD-5EDEB0C75AA6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Segundo nivel</a:t>
            </a: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Tercer nivel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Cuarto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Quinto nivel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72EBD-63E5-43DA-AAFE-B7CC1C1CB986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título del patrón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en el icono para agregar una imagen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Haga clic para modificar el estilo de texto del patrón</a:t>
            </a:r>
            <a:endParaRPr b="0" lang="es-E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&lt;fecha/hora&gt;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9F1203-1A96-4F60-91B2-946F11ECA36A}" type="slidenum">
              <a:rPr b="0" lang="es-E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01960"/>
            <a:ext cx="9143640" cy="1623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Proyecto Final</a:t>
            </a:r>
            <a:br>
              <a:rPr sz="6000"/>
            </a:b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Benchmark Languages</a:t>
            </a:r>
            <a:endParaRPr b="0" lang="es-E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860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Ing. Guillermo Eliseo Guzmán López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4660560" y="4699080"/>
            <a:ext cx="2665800" cy="177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-15840"/>
            <a:ext cx="10515240" cy="102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IDENTIFICACIÓN DEL PROBLEMA </a:t>
            </a:r>
            <a:endParaRPr b="0" lang="es-ES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199520"/>
            <a:ext cx="10515240" cy="530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Comparación de Rendimiento entre Lenguajes de Programación:</a:t>
            </a: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Actualmente, estudiantes y desarrolladores no cuentan con una herramienta clara, objetiva y confiable que permita comparar el rendimiento real de distintos lenguajes de programación bajo las mismas condiciones.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El problema principal es: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No tener mediciones reales y controladas.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No saber qué lenguaje es más eficiente en tiempo, memoria y CPU.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Falta de herramientas educativas para demostrar concurrencia, seguridad de memoria y rendimiento.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Este proyecto nace para resolver esa necesidad de manera práctica, visual y medible.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7552800" y="2637720"/>
            <a:ext cx="3800520" cy="158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265320"/>
            <a:ext cx="10515240" cy="9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PROPUESTA DE SOLUCIÓN</a:t>
            </a:r>
            <a:endParaRPr b="0" lang="es-ES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548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 lnSpcReduction="9999"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Herramienta de Benchmark Multilenguaje: </a:t>
            </a: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 propone el desarrollo de una herramienta multiplataforma que permite comparar el rendimiento entre lenguajes como Rust, Python, Kotlin, C++ y C.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Ejecutar pruebas reales de: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Ordenamiento </a:t>
            </a:r>
            <a:r>
              <a:rPr b="1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(El que utilizaremos)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Cálculo de números primos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Procesamiento de archivos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Operaciones matemáticas intensivas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Concurrencia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solución es innovadora porque usa Rust como núcleo del sistema para un alto rendimiento, ademas que ejecuta pruebas de forma segura y automatizada y muestra resultados visuales en consola, y al mismo tiempo guarda los resultados en un archivo CSV.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8908920" y="2502720"/>
            <a:ext cx="2144880" cy="214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8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DISEÑO E IMPLEMENTACIÓN</a:t>
            </a:r>
            <a:endParaRPr b="0" lang="es-ES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224720"/>
            <a:ext cx="10515240" cy="541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 lnSpcReduction="9999"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El sistema se divide en 2 capas principales, que permiten un optimo desarrollo entre seguridad, velocidad, concurrencia, paralelismo, e innovación al ser este un proyecto nunca antes realizado.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1.- Backend en Rust: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Ejecuta las pruebas de rendimiento mediante algoritmos de ordenamiento.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Mide tiempo de ejecución, memoria inicial, memoria final y uso del CPU.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Maneja concurrencia y paralelismo de forma segura.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Orquesta la ejecución de los lenguajes.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2.- Scripts de Prueba: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Programas de ordenamiento en Python, Rust, Kotlin, C++ y C.</a:t>
            </a:r>
            <a:br>
              <a:rPr sz="2400"/>
            </a:b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Ejecutados desde Rust mediante procesos aislados.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Además:</a:t>
            </a:r>
            <a:br>
              <a:rPr sz="24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Se utiliza programación funcional para análisis estadístico (map, filter, fold).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Se aplican ejecuciones concurrentes y paralelas para mayor precisión.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Guarda todo en archivo CSV para revisión futura.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E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8871840" y="3429000"/>
            <a:ext cx="2481840" cy="161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477360"/>
            <a:ext cx="1051524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EVALUACIÓN DE SEGURIDAD</a:t>
            </a:r>
            <a:endParaRPr b="0" lang="es-ES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689840"/>
            <a:ext cx="10515240" cy="521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El proyecto implementa medidas de seguridad mencionadas a continuación para evitar fallos y riesgos, ademas de saber que al estar desarrollado en </a:t>
            </a:r>
            <a:r>
              <a:rPr b="1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RUST </a:t>
            </a: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 mucho mas difícil de tener un fallo.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Ejecución de cada lenguaje en procesos aislados.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Prevención de condiciones de carrera mediante concurrencia segura.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Validación estricta de los datos recibidos.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Control de uso de memoria desde Rust.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6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Evita ejecuciones de código inseguro.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Rust garantiza: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Seguridad en memoria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Eliminación de desbordamientos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Prevención de accesos inválidos</a:t>
            </a:r>
            <a:br>
              <a:rPr sz="2200"/>
            </a:b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• Máximo control del rendimiento del sistema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8998920" y="3374640"/>
            <a:ext cx="1850040" cy="185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CONCLUSIÓN</a:t>
            </a:r>
            <a:endParaRPr b="0" lang="es-ES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El proyecto demuestra de forma clara cómo cada lenguaje se comporta en rendimiento, memoria, y tiempo de ejecución, utilizando lenguaje RUST como lenguaje principal.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Apoyado de la concurrencia y paralelismo, ayudándonos como ya es sabido de la gran seguridad que tiene este lenguaje de programación en el manejo de memoria, siendo este proyecto una herramienta educativa, profesional y funcional que permitirá explicar a alumnos de ingeniería en sistemas computacionales todas las diferencias existentes entre lenguajes.</a:t>
            </a:r>
            <a:endParaRPr b="0" lang="es-E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LibreOffice/25.8.2.2$Linux_X86_64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2025-12-03T20:56:44Z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6</vt:i4>
  </property>
  <property fmtid="{D5CDD505-2E9C-101B-9397-08002B2CF9AE}" pid="4" name="PresentationFormat">
    <vt:lpwstr>On-screen Show (4:3)</vt:lpwstr>
  </property>
  <property fmtid="{D5CDD505-2E9C-101B-9397-08002B2CF9AE}" pid="5" name="Slides">
    <vt:i4>6</vt:i4>
  </property>
</Properties>
</file>